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57" r:id="rId5"/>
    <p:sldId id="259" r:id="rId6"/>
  </p:sldIdLst>
  <p:sldSz cx="12192000" cy="6858000"/>
  <p:notesSz cx="6858000" cy="9144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82"/>
  </p:normalViewPr>
  <p:slideViewPr>
    <p:cSldViewPr snapToGrid="0">
      <p:cViewPr varScale="1">
        <p:scale>
          <a:sx n="119" d="100"/>
          <a:sy n="119" d="100"/>
        </p:scale>
        <p:origin x="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nnard Rolstad Denby" userId="32b70bad-f9a6-4436-bae9-a88e91ea250f" providerId="ADAL" clId="{02629A1C-567B-563D-AC7C-072FBB71893E}"/>
    <pc:docChg chg="addSld modSld sldOrd">
      <pc:chgData name="Lennard Rolstad Denby" userId="32b70bad-f9a6-4436-bae9-a88e91ea250f" providerId="ADAL" clId="{02629A1C-567B-563D-AC7C-072FBB71893E}" dt="2026-02-17T08:47:51.766" v="93" actId="1076"/>
      <pc:docMkLst>
        <pc:docMk/>
      </pc:docMkLst>
      <pc:sldChg chg="modSp new mod">
        <pc:chgData name="Lennard Rolstad Denby" userId="32b70bad-f9a6-4436-bae9-a88e91ea250f" providerId="ADAL" clId="{02629A1C-567B-563D-AC7C-072FBB71893E}" dt="2026-02-17T08:40:31.071" v="39" actId="20577"/>
        <pc:sldMkLst>
          <pc:docMk/>
          <pc:sldMk cId="1545422854" sldId="256"/>
        </pc:sldMkLst>
        <pc:spChg chg="mod">
          <ac:chgData name="Lennard Rolstad Denby" userId="32b70bad-f9a6-4436-bae9-a88e91ea250f" providerId="ADAL" clId="{02629A1C-567B-563D-AC7C-072FBB71893E}" dt="2026-02-17T08:40:26.218" v="15" actId="20577"/>
          <ac:spMkLst>
            <pc:docMk/>
            <pc:sldMk cId="1545422854" sldId="256"/>
            <ac:spMk id="2" creationId="{F1E87A6B-9B83-B569-AF3B-ACDFC04CEC58}"/>
          </ac:spMkLst>
        </pc:spChg>
        <pc:spChg chg="mod">
          <ac:chgData name="Lennard Rolstad Denby" userId="32b70bad-f9a6-4436-bae9-a88e91ea250f" providerId="ADAL" clId="{02629A1C-567B-563D-AC7C-072FBB71893E}" dt="2026-02-17T08:40:31.071" v="39" actId="20577"/>
          <ac:spMkLst>
            <pc:docMk/>
            <pc:sldMk cId="1545422854" sldId="256"/>
            <ac:spMk id="3" creationId="{92CF4898-721A-DFBB-E4B1-6B9142FD4E03}"/>
          </ac:spMkLst>
        </pc:spChg>
      </pc:sldChg>
      <pc:sldChg chg="addSp delSp modSp new mod">
        <pc:chgData name="Lennard Rolstad Denby" userId="32b70bad-f9a6-4436-bae9-a88e91ea250f" providerId="ADAL" clId="{02629A1C-567B-563D-AC7C-072FBB71893E}" dt="2026-02-17T08:41:10.271" v="47" actId="1076"/>
        <pc:sldMkLst>
          <pc:docMk/>
          <pc:sldMk cId="2105231198" sldId="257"/>
        </pc:sldMkLst>
        <pc:spChg chg="del">
          <ac:chgData name="Lennard Rolstad Denby" userId="32b70bad-f9a6-4436-bae9-a88e91ea250f" providerId="ADAL" clId="{02629A1C-567B-563D-AC7C-072FBB71893E}" dt="2026-02-17T08:40:57.727" v="42"/>
          <ac:spMkLst>
            <pc:docMk/>
            <pc:sldMk cId="2105231198" sldId="257"/>
            <ac:spMk id="3" creationId="{407F63CD-2150-89EB-2261-707D69135E87}"/>
          </ac:spMkLst>
        </pc:spChg>
        <pc:picChg chg="add mod ord">
          <ac:chgData name="Lennard Rolstad Denby" userId="32b70bad-f9a6-4436-bae9-a88e91ea250f" providerId="ADAL" clId="{02629A1C-567B-563D-AC7C-072FBB71893E}" dt="2026-02-17T08:41:10.271" v="47" actId="1076"/>
          <ac:picMkLst>
            <pc:docMk/>
            <pc:sldMk cId="2105231198" sldId="257"/>
            <ac:picMk id="5" creationId="{158603D8-9056-B730-24B2-DB0FFB969084}"/>
          </ac:picMkLst>
        </pc:picChg>
      </pc:sldChg>
      <pc:sldChg chg="addSp delSp modSp new mod ord">
        <pc:chgData name="Lennard Rolstad Denby" userId="32b70bad-f9a6-4436-bae9-a88e91ea250f" providerId="ADAL" clId="{02629A1C-567B-563D-AC7C-072FBB71893E}" dt="2026-02-17T08:44:16.968" v="78" actId="20578"/>
        <pc:sldMkLst>
          <pc:docMk/>
          <pc:sldMk cId="573376206" sldId="258"/>
        </pc:sldMkLst>
        <pc:spChg chg="mod">
          <ac:chgData name="Lennard Rolstad Denby" userId="32b70bad-f9a6-4436-bae9-a88e91ea250f" providerId="ADAL" clId="{02629A1C-567B-563D-AC7C-072FBB71893E}" dt="2026-02-17T08:43:58.696" v="73" actId="122"/>
          <ac:spMkLst>
            <pc:docMk/>
            <pc:sldMk cId="573376206" sldId="258"/>
            <ac:spMk id="2" creationId="{6A3E91D2-B448-52AF-EDA5-CBA0BAEF9244}"/>
          </ac:spMkLst>
        </pc:spChg>
        <pc:spChg chg="del">
          <ac:chgData name="Lennard Rolstad Denby" userId="32b70bad-f9a6-4436-bae9-a88e91ea250f" providerId="ADAL" clId="{02629A1C-567B-563D-AC7C-072FBB71893E}" dt="2026-02-17T08:43:49.299" v="50"/>
          <ac:spMkLst>
            <pc:docMk/>
            <pc:sldMk cId="573376206" sldId="258"/>
            <ac:spMk id="3" creationId="{0B621602-AB5C-97F7-BF29-CDCDBD70F8C3}"/>
          </ac:spMkLst>
        </pc:spChg>
        <pc:picChg chg="add mod ord">
          <ac:chgData name="Lennard Rolstad Denby" userId="32b70bad-f9a6-4436-bae9-a88e91ea250f" providerId="ADAL" clId="{02629A1C-567B-563D-AC7C-072FBB71893E}" dt="2026-02-17T08:44:07.857" v="77" actId="1076"/>
          <ac:picMkLst>
            <pc:docMk/>
            <pc:sldMk cId="573376206" sldId="258"/>
            <ac:picMk id="5" creationId="{712D73F9-6085-4C67-7A71-D6091914014F}"/>
          </ac:picMkLst>
        </pc:picChg>
      </pc:sldChg>
      <pc:sldChg chg="addSp delSp modSp new mod">
        <pc:chgData name="Lennard Rolstad Denby" userId="32b70bad-f9a6-4436-bae9-a88e91ea250f" providerId="ADAL" clId="{02629A1C-567B-563D-AC7C-072FBB71893E}" dt="2026-02-17T08:45:19.075" v="85" actId="1076"/>
        <pc:sldMkLst>
          <pc:docMk/>
          <pc:sldMk cId="3599124228" sldId="259"/>
        </pc:sldMkLst>
        <pc:spChg chg="del">
          <ac:chgData name="Lennard Rolstad Denby" userId="32b70bad-f9a6-4436-bae9-a88e91ea250f" providerId="ADAL" clId="{02629A1C-567B-563D-AC7C-072FBB71893E}" dt="2026-02-17T08:45:06.106" v="81"/>
          <ac:spMkLst>
            <pc:docMk/>
            <pc:sldMk cId="3599124228" sldId="259"/>
            <ac:spMk id="3" creationId="{970C3142-297B-5B24-831F-5D432CCC35E1}"/>
          </ac:spMkLst>
        </pc:spChg>
        <pc:picChg chg="add mod ord">
          <ac:chgData name="Lennard Rolstad Denby" userId="32b70bad-f9a6-4436-bae9-a88e91ea250f" providerId="ADAL" clId="{02629A1C-567B-563D-AC7C-072FBB71893E}" dt="2026-02-17T08:45:19.075" v="85" actId="1076"/>
          <ac:picMkLst>
            <pc:docMk/>
            <pc:sldMk cId="3599124228" sldId="259"/>
            <ac:picMk id="5" creationId="{B3473866-5C6F-BB3D-7776-67529B89F3E3}"/>
          </ac:picMkLst>
        </pc:picChg>
      </pc:sldChg>
      <pc:sldChg chg="addSp delSp modSp new mod">
        <pc:chgData name="Lennard Rolstad Denby" userId="32b70bad-f9a6-4436-bae9-a88e91ea250f" providerId="ADAL" clId="{02629A1C-567B-563D-AC7C-072FBB71893E}" dt="2026-02-17T08:47:51.766" v="93" actId="1076"/>
        <pc:sldMkLst>
          <pc:docMk/>
          <pc:sldMk cId="3322176679" sldId="260"/>
        </pc:sldMkLst>
        <pc:spChg chg="del">
          <ac:chgData name="Lennard Rolstad Denby" userId="32b70bad-f9a6-4436-bae9-a88e91ea250f" providerId="ADAL" clId="{02629A1C-567B-563D-AC7C-072FBB71893E}" dt="2026-02-17T08:47:43.444" v="88"/>
          <ac:spMkLst>
            <pc:docMk/>
            <pc:sldMk cId="3322176679" sldId="260"/>
            <ac:spMk id="3" creationId="{BDF6FDFD-58F5-3700-2781-DA6E9D5B774F}"/>
          </ac:spMkLst>
        </pc:spChg>
        <pc:picChg chg="add mod ord">
          <ac:chgData name="Lennard Rolstad Denby" userId="32b70bad-f9a6-4436-bae9-a88e91ea250f" providerId="ADAL" clId="{02629A1C-567B-563D-AC7C-072FBB71893E}" dt="2026-02-17T08:47:51.766" v="93" actId="1076"/>
          <ac:picMkLst>
            <pc:docMk/>
            <pc:sldMk cId="3322176679" sldId="260"/>
            <ac:picMk id="5" creationId="{0C1BDC10-D9B0-C423-4898-6B0F1CCB9AC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B01F4-A3BB-0CE8-E530-8128C7746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F86E04-2042-4EFF-586B-1A24171833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DC979-639D-EE91-D72B-FFA025768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54A24-8DE4-474B-9229-DD2EDD2ADC5E}" type="datetimeFigureOut">
              <a:rPr lang="en-NO" smtClean="0"/>
              <a:t>17/02/2026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97599-8E45-FD38-88C4-500BB045A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27AE7-A466-E59C-2F87-9FD859CDF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20DFA-9C2B-E74B-8D99-67269D9CBC6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949731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75309-A93A-42BA-E992-A10B5FFD4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1E3DF-BDD8-0090-FC25-748F285BB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EDD81-345C-7DA7-649A-83C81A40A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54A24-8DE4-474B-9229-DD2EDD2ADC5E}" type="datetimeFigureOut">
              <a:rPr lang="en-NO" smtClean="0"/>
              <a:t>17/02/2026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FE788-3508-3394-1008-797ADFC03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75184-F0B0-6E59-F6B2-080DB26A3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20DFA-9C2B-E74B-8D99-67269D9CBC6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718192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82D04-B223-7BD8-EB66-A7518188A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D85D4-5ED5-359E-40DD-41F471B63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8DDA9-FFFD-9B5B-1AA5-CF95669F5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54A24-8DE4-474B-9229-DD2EDD2ADC5E}" type="datetimeFigureOut">
              <a:rPr lang="en-NO" smtClean="0"/>
              <a:t>17/02/2026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CF7B8-A75F-BDA8-0B79-A1160CAC7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150B2-F849-8F1A-FF10-7F4D42F5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20DFA-9C2B-E74B-8D99-67269D9CBC6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672940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1E171-F6D9-1D08-1B90-8C81EFBBF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AF0DE-A28E-BF1B-FB27-9CCEA6DD4E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383566-9106-8D42-9C21-BBA074819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7AE37-3074-601E-DD28-8B00CF745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54A24-8DE4-474B-9229-DD2EDD2ADC5E}" type="datetimeFigureOut">
              <a:rPr lang="en-NO" smtClean="0"/>
              <a:t>17/02/2026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5D895-B772-9B26-787F-600A83911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45102D-935D-2C65-309E-703D565CA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20DFA-9C2B-E74B-8D99-67269D9CBC6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654526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57152-6E28-086C-3CCD-5B7231FFC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05448-6192-6367-B105-A66CF831D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3BF5A5-8917-C5A2-D812-38D2E0D88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28B5F-020D-B450-88F2-A9405AFF8C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8DBD8-1CC9-1D59-37A0-FC857C6203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9AD30D-9144-920E-18F7-C713C9A5D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54A24-8DE4-474B-9229-DD2EDD2ADC5E}" type="datetimeFigureOut">
              <a:rPr lang="en-NO" smtClean="0"/>
              <a:t>17/02/2026</a:t>
            </a:fld>
            <a:endParaRPr lang="en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F297B1-44E6-9614-4C65-ACEF36F70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8D3B85-B234-EB9F-4EF8-F0E37175C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20DFA-9C2B-E74B-8D99-67269D9CBC6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930370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CD684-8ADF-429E-1382-92D536A8B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1E1A50-A7E6-D3CC-0231-AE9DA0552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54A24-8DE4-474B-9229-DD2EDD2ADC5E}" type="datetimeFigureOut">
              <a:rPr lang="en-NO" smtClean="0"/>
              <a:t>17/02/2026</a:t>
            </a:fld>
            <a:endParaRPr lang="en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FF9ACE-1CEA-069B-9CDE-694D97B6B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1F421B-D27E-BF43-195C-B204922CA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20DFA-9C2B-E74B-8D99-67269D9CBC6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057238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36A8B4-A121-6F98-4D8A-F7C4BDBB0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54A24-8DE4-474B-9229-DD2EDD2ADC5E}" type="datetimeFigureOut">
              <a:rPr lang="en-NO" smtClean="0"/>
              <a:t>17/02/2026</a:t>
            </a:fld>
            <a:endParaRPr lang="en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B5C4CF-2948-D716-D9FA-E9C429BF0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4D88F-0D85-45FB-E4DC-0057E99C9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20DFA-9C2B-E74B-8D99-67269D9CBC6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841519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17EBB-478E-7051-D355-D0D284EA3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A93B2-F15F-549A-3C0B-7819EAB94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2261AB-3C1C-27A2-32C7-17051D0803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744B21-5FC6-B597-EE44-3321E1B4F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54A24-8DE4-474B-9229-DD2EDD2ADC5E}" type="datetimeFigureOut">
              <a:rPr lang="en-NO" smtClean="0"/>
              <a:t>17/02/2026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886EC-760F-C6A2-E9EC-62437C4DB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8775CD-871F-47CF-2557-C59EDABA3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20DFA-9C2B-E74B-8D99-67269D9CBC6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379566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CA925-6DFF-5654-C434-039ADEA24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7FF2DA-E8E0-2E42-8819-4BA847A742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6952B-BF20-8F2B-C290-A2CE7F89C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D81531-0D38-1A32-55D3-D2C03BBE1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54A24-8DE4-474B-9229-DD2EDD2ADC5E}" type="datetimeFigureOut">
              <a:rPr lang="en-NO" smtClean="0"/>
              <a:t>17/02/2026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779D19-CA2B-28DA-B3FF-C3FC7A734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D6F5D-FFDF-D30C-A567-FC8D2E1BD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20DFA-9C2B-E74B-8D99-67269D9CBC6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844685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3981D-CB9B-A511-C625-2AFBDB302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C5B034-F195-2D9D-2354-0B0166F73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08DD9-CC3E-19AE-277A-03C806F08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54A24-8DE4-474B-9229-DD2EDD2ADC5E}" type="datetimeFigureOut">
              <a:rPr lang="en-NO" smtClean="0"/>
              <a:t>17/02/2026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6CEEA-994F-AE61-A75A-EED2067B6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B6C3D-9A0C-E9F6-0ACD-2AED710D3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20DFA-9C2B-E74B-8D99-67269D9CBC6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4222756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8E9A54-8784-D126-56C8-DF6868F8E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DD915-E5E4-9916-3096-3A5F4A802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8798C-6B73-5554-9DBF-3D695AB13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54A24-8DE4-474B-9229-DD2EDD2ADC5E}" type="datetimeFigureOut">
              <a:rPr lang="en-NO" smtClean="0"/>
              <a:t>17/02/2026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0E1A7-1949-5B67-652F-3A8F213F0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C14D9-654D-AB8D-D603-ED3CC318B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20DFA-9C2B-E74B-8D99-67269D9CBC6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836291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B3BAA-E18B-3BDC-E904-B6D736C05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E8E42-2745-5DE3-BF16-62145FCA3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F7F59-E319-4C50-945A-46819A2D89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F54A24-8DE4-474B-9229-DD2EDD2ADC5E}" type="datetimeFigureOut">
              <a:rPr lang="en-NO" smtClean="0"/>
              <a:t>17/02/2026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26E12-1C5A-56F1-E221-968B926A89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75787-3C7E-603C-70AD-924101CD3D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820DFA-9C2B-E74B-8D99-67269D9CBC6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704837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87A6B-9B83-B569-AF3B-ACDFC04CEC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O" dirty="0"/>
              <a:t>IN1010 uke3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F4898-721A-DFBB-E4B1-6B9142FD4E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NO" dirty="0"/>
              <a:t>Arv og subklasser II</a:t>
            </a:r>
          </a:p>
        </p:txBody>
      </p:sp>
    </p:spTree>
    <p:extLst>
      <p:ext uri="{BB962C8B-B14F-4D97-AF65-F5344CB8AC3E}">
        <p14:creationId xmlns:p14="http://schemas.microsoft.com/office/powerpoint/2010/main" val="1545422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E91D2-B448-52AF-EDA5-CBA0BAEF9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O" dirty="0"/>
              <a:t>Arv VS komposisjon</a:t>
            </a:r>
          </a:p>
        </p:txBody>
      </p:sp>
      <p:pic>
        <p:nvPicPr>
          <p:cNvPr id="5" name="Content Placeholder 4" descr="A group of black text&#10;&#10;AI-generated content may be incorrect.">
            <a:extLst>
              <a:ext uri="{FF2B5EF4-FFF2-40B4-BE49-F238E27FC236}">
                <a16:creationId xmlns:a16="http://schemas.microsoft.com/office/drawing/2014/main" id="{712D73F9-6085-4C67-7A71-D609191401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33127" y="1355463"/>
            <a:ext cx="2368936" cy="541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376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FE127-6C5E-91B4-DE5F-8EB268240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O"/>
          </a:p>
        </p:txBody>
      </p:sp>
      <p:pic>
        <p:nvPicPr>
          <p:cNvPr id="5" name="Content Placeholder 4" descr="A screenshot of a paper&#10;&#10;AI-generated content may be incorrect.">
            <a:extLst>
              <a:ext uri="{FF2B5EF4-FFF2-40B4-BE49-F238E27FC236}">
                <a16:creationId xmlns:a16="http://schemas.microsoft.com/office/drawing/2014/main" id="{0C1BDC10-D9B0-C423-4898-6B0F1CCB9A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9352" y="45720"/>
            <a:ext cx="8613296" cy="676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176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8FAA9-D937-021B-9D1A-D91A8692F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O"/>
          </a:p>
        </p:txBody>
      </p:sp>
      <p:pic>
        <p:nvPicPr>
          <p:cNvPr id="5" name="Content Placeholder 4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158603D8-9056-B730-24B2-DB0FFB9690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6870" y="365125"/>
            <a:ext cx="8258259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231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0962F-257B-77B3-4A40-0BFCFC084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O"/>
          </a:p>
        </p:txBody>
      </p:sp>
      <p:pic>
        <p:nvPicPr>
          <p:cNvPr id="5" name="Content Placeholder 4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B3473866-5C6F-BB3D-7776-67529B89F3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8460" y="320130"/>
            <a:ext cx="6575079" cy="621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124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63b6811-b0a4-4b2a-b932-72c4c970c5d2}" enabled="0" method="" siteId="{463b6811-b0a4-4b2a-b932-72c4c970c5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</Words>
  <Application>Microsoft Macintosh PowerPoint</Application>
  <PresentationFormat>Widescreen</PresentationFormat>
  <Paragraphs>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IN1010 uke3</vt:lpstr>
      <vt:lpstr>Arv VS komposisjon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Lennard Denby</dc:creator>
  <cp:lastModifiedBy>Lennard Denby</cp:lastModifiedBy>
  <cp:revision>1</cp:revision>
  <dcterms:created xsi:type="dcterms:W3CDTF">2026-02-17T08:39:53Z</dcterms:created>
  <dcterms:modified xsi:type="dcterms:W3CDTF">2026-02-17T08:48:00Z</dcterms:modified>
</cp:coreProperties>
</file>